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EE7B3B-CAFE-CCD5-B997-E8866244A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0400BE-00CF-F38C-6331-94E7B39BB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4972CD-2364-C23F-6CD7-5940B4FE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C53A09-E239-199D-DCB8-7A06FA643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6901AB-BF57-A580-B7A5-3B5DC1B1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3534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3D9F9-7E25-EA5C-4F85-20659410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354AB9-8934-847A-AF01-B113ACD6B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F4AA8B-0DE6-0179-C5BC-4CDEB6FB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ABA0BE-8CC5-624D-860E-4A8C74409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AAFEC5-CB6F-8F02-B1E9-089180B0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14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53C243-F8A8-611E-2771-9CAB80797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152494-5978-9FE6-6535-E3C01FAD4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AE2EC1-A67E-546F-C752-25210E47C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AABA0C-F702-C2C5-2BFB-E06BB7DAF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57890A-4426-7DB5-BF3D-BACE919B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0714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3D7317-CDE7-CDE6-896B-E1566832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E180CB-D97D-63C1-7031-3C7940CD6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756E34-8771-069C-07ED-18BA1BBAE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F3B368-0254-771A-29AF-F8B57789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4A72AB-5B9F-4B82-A388-FA1D6A8A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D4BE59-B8C5-E6F4-DDA8-32132F7F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416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ECF5B-3B26-2E83-1AE0-864224EC6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342143-49F8-7DFB-82AA-1C6947890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CAD6BEC-296E-60B0-E972-12E066154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B019D2A-F815-612C-74E5-EFEA64E7B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FDF566B-003E-2A2F-6F6F-92F859894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82143B0-BD6A-EBCB-FCED-6671694B0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FAA21BD-7A41-6685-B12B-D971364F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0E7FC53-ED63-949E-B99D-4E8FBC05F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72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84BE29-7DAB-1170-1F97-317A0400D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7CF8A40-7056-DB36-EE80-080E0A8E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30F9C6E-C4BC-6552-D63B-FCB421CE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8868B8-A8E8-4917-0530-982AD0C1F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67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A96D6B3-D5E8-4C0F-44E2-328D7B90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84C838F-7535-1555-EF06-184F9AD75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6736DA3-0C4D-EA2B-5BEF-67D018AD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5039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62F3B7-E6F9-3826-C579-8D4B26A1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7106CA-9852-E732-A1CA-81649AA7F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99B79D-9F75-75EF-CF65-C712205A8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26BF50-2375-E583-C30A-8E216E3E2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518B4E-8FD9-91BF-12C4-63B7B032B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CB0BB5-1012-050C-4A84-BCCF0BDC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6684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B547A7-065E-6E8F-24B1-CF1694C5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F300904-5038-E87F-855D-B92BBBE28C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B74547F-E3DE-5867-4546-B13235D16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D1CE74-414E-E5D8-BF56-565AF66C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94B84B5-52DA-2F4E-AF92-5BBCB9AE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04F4A83-70A8-3C0C-9E27-12563AF8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85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36780C-3F6F-71B2-B809-ED03A6FC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50BD4DD-ADDE-25F5-4E75-4B9BE3586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155417-8DCD-9350-4099-75B0FD7CC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218FE4-FEA2-F602-ACC2-6D0C9C38A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B53521-03D0-1294-89CD-EF72F89F1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985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A6DE805-5C94-9585-4021-25369DE74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0775926-78F5-DA08-5ECA-E124C6898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12FF4A4-E374-87FC-014B-B87B2DCF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AED740-BCDD-46D1-336B-4A615565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D803DD-FCEA-EAA2-4577-F2DCAC4A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7204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8A83D37-7E54-78E2-D41A-04568CD9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B57AB9-2C71-E345-5DE8-97C91FECC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C9AD2B-907E-405A-580C-27EBA9F4D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B50D1-CB83-4C81-BEF0-E03D394652C0}" type="datetimeFigureOut">
              <a:rPr lang="zh-TW" altLang="en-US" smtClean="0"/>
              <a:t>2026/1/29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943807-772C-558C-E50E-E475F4537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84FD2C-DB70-01D9-CD24-D0158D242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23ABA-078B-4411-B300-29F500CA4E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85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8FB366-86F6-A733-0584-01A466389ACE}"/>
              </a:ext>
            </a:extLst>
          </p:cNvPr>
          <p:cNvSpPr/>
          <p:nvPr/>
        </p:nvSpPr>
        <p:spPr>
          <a:xfrm>
            <a:off x="1044166" y="679009"/>
            <a:ext cx="1653767" cy="61714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BA3B8B-D726-F687-F7B4-94AD75F5B801}"/>
              </a:ext>
            </a:extLst>
          </p:cNvPr>
          <p:cNvSpPr/>
          <p:nvPr/>
        </p:nvSpPr>
        <p:spPr>
          <a:xfrm>
            <a:off x="1044166" y="912891"/>
            <a:ext cx="1653767" cy="39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00A96F-9C61-E86A-D6D7-E85589182ADB}"/>
              </a:ext>
            </a:extLst>
          </p:cNvPr>
          <p:cNvSpPr/>
          <p:nvPr/>
        </p:nvSpPr>
        <p:spPr>
          <a:xfrm>
            <a:off x="1044166" y="1401778"/>
            <a:ext cx="1653767" cy="39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89660C-CDA5-EB66-BA35-D54197AE1F9A}"/>
              </a:ext>
            </a:extLst>
          </p:cNvPr>
          <p:cNvSpPr/>
          <p:nvPr/>
        </p:nvSpPr>
        <p:spPr>
          <a:xfrm>
            <a:off x="1044166" y="1890665"/>
            <a:ext cx="1653767" cy="3908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8A90D8-EA21-9292-2AA3-3C438E96B701}"/>
              </a:ext>
            </a:extLst>
          </p:cNvPr>
          <p:cNvSpPr/>
          <p:nvPr/>
        </p:nvSpPr>
        <p:spPr>
          <a:xfrm>
            <a:off x="1" y="7549"/>
            <a:ext cx="12192000" cy="734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602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Wei-Ting Wang</dc:creator>
  <cp:lastModifiedBy>Wei-Ting Wang</cp:lastModifiedBy>
  <cp:revision>2</cp:revision>
  <dcterms:created xsi:type="dcterms:W3CDTF">2026-01-29T14:47:48Z</dcterms:created>
  <dcterms:modified xsi:type="dcterms:W3CDTF">2026-01-29T15:23:09Z</dcterms:modified>
</cp:coreProperties>
</file>